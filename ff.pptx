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5" d="100"/>
          <a:sy n="195" d="100"/>
        </p:scale>
        <p:origin x="22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96F7-9AC8-4A52-AC49-7B9A252CA4A6}" type="datetimeFigureOut">
              <a:rPr lang="zh-CN" altLang="en-US" smtClean="0"/>
              <a:t>2017/1/31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20C4A-C328-4392-B743-F2969847F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907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96F7-9AC8-4A52-AC49-7B9A252CA4A6}" type="datetimeFigureOut">
              <a:rPr lang="zh-CN" altLang="en-US" smtClean="0"/>
              <a:t>2017/1/31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20C4A-C328-4392-B743-F2969847F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688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96F7-9AC8-4A52-AC49-7B9A252CA4A6}" type="datetimeFigureOut">
              <a:rPr lang="zh-CN" altLang="en-US" smtClean="0"/>
              <a:t>2017/1/31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20C4A-C328-4392-B743-F2969847F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069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96F7-9AC8-4A52-AC49-7B9A252CA4A6}" type="datetimeFigureOut">
              <a:rPr lang="zh-CN" altLang="en-US" smtClean="0"/>
              <a:t>2017/1/31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20C4A-C328-4392-B743-F2969847F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349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96F7-9AC8-4A52-AC49-7B9A252CA4A6}" type="datetimeFigureOut">
              <a:rPr lang="zh-CN" altLang="en-US" smtClean="0"/>
              <a:t>2017/1/31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20C4A-C328-4392-B743-F2969847F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526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96F7-9AC8-4A52-AC49-7B9A252CA4A6}" type="datetimeFigureOut">
              <a:rPr lang="zh-CN" altLang="en-US" smtClean="0"/>
              <a:t>2017/1/31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20C4A-C328-4392-B743-F2969847F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908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96F7-9AC8-4A52-AC49-7B9A252CA4A6}" type="datetimeFigureOut">
              <a:rPr lang="zh-CN" altLang="en-US" smtClean="0"/>
              <a:t>2017/1/31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20C4A-C328-4392-B743-F2969847F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036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96F7-9AC8-4A52-AC49-7B9A252CA4A6}" type="datetimeFigureOut">
              <a:rPr lang="zh-CN" altLang="en-US" smtClean="0"/>
              <a:t>2017/1/31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20C4A-C328-4392-B743-F2969847F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523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96F7-9AC8-4A52-AC49-7B9A252CA4A6}" type="datetimeFigureOut">
              <a:rPr lang="zh-CN" altLang="en-US" smtClean="0"/>
              <a:t>2017/1/31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20C4A-C328-4392-B743-F2969847F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71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96F7-9AC8-4A52-AC49-7B9A252CA4A6}" type="datetimeFigureOut">
              <a:rPr lang="zh-CN" altLang="en-US" smtClean="0"/>
              <a:t>2017/1/31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20C4A-C328-4392-B743-F2969847F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552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96F7-9AC8-4A52-AC49-7B9A252CA4A6}" type="datetimeFigureOut">
              <a:rPr lang="zh-CN" altLang="en-US" smtClean="0"/>
              <a:t>2017/1/31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20C4A-C328-4392-B743-F2969847F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110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496F7-9AC8-4A52-AC49-7B9A252CA4A6}" type="datetimeFigureOut">
              <a:rPr lang="zh-CN" altLang="en-US" smtClean="0"/>
              <a:t>2017/1/31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20C4A-C328-4392-B743-F2969847F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913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f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mtClean="0"/>
              <a:t>s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1072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361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宽屏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宋体</vt:lpstr>
      <vt:lpstr>Arial</vt:lpstr>
      <vt:lpstr>Calibri</vt:lpstr>
      <vt:lpstr>Calibri Light</vt:lpstr>
      <vt:lpstr>Office 主题</vt:lpstr>
      <vt:lpstr>f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</dc:title>
  <dc:creator>qianbin</dc:creator>
  <cp:lastModifiedBy>qianbin</cp:lastModifiedBy>
  <cp:revision>3</cp:revision>
  <dcterms:created xsi:type="dcterms:W3CDTF">2017-01-31T05:46:18Z</dcterms:created>
  <dcterms:modified xsi:type="dcterms:W3CDTF">2017-01-31T06:16:16Z</dcterms:modified>
</cp:coreProperties>
</file>