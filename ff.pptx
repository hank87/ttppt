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5" d="100"/>
          <a:sy n="195" d="100"/>
        </p:scale>
        <p:origin x="2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590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688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069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4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526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390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8036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523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871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5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110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913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f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smtClean="0"/>
              <a:t>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1072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1</a:t>
            </a:r>
          </a:p>
          <a:p>
            <a:r>
              <a:rPr lang="en-US" altLang="zh-CN" smtClean="0"/>
              <a:t>12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361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宽屏</PresentationFormat>
  <Paragraphs>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Office 主题</vt:lpstr>
      <vt:lpstr>f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</dc:title>
  <dc:creator>qianbin</dc:creator>
  <cp:lastModifiedBy>qianbin</cp:lastModifiedBy>
  <cp:revision>4</cp:revision>
  <dcterms:created xsi:type="dcterms:W3CDTF">2017-01-31T05:46:18Z</dcterms:created>
  <dcterms:modified xsi:type="dcterms:W3CDTF">2017-01-31T06:17:39Z</dcterms:modified>
</cp:coreProperties>
</file>